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1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014BD-7D17-2F16-A2D2-8CC799385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7691BF-E3B2-3E08-3A8A-3F2EFFEC1B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E5D7D-5F3F-58DF-E71D-2DF4452DB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DD34A-0F31-49F6-BA80-FF2BEE869027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5E5C2-F8D3-8507-AB16-C5A3624E6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1566D-EF00-FF45-DA60-20F259442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9581-CC27-4CA5-819E-FE9D1B5DC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027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66AA2-CE73-03C4-219D-7D9504E6F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F5467-52DE-A777-8ABF-2537B4B39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1A9C2-8F16-C0D8-E044-5136DC9B3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DD34A-0F31-49F6-BA80-FF2BEE869027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C9120-4065-D256-628D-A761982B5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367A0-90FE-D4D5-F77E-6B9369F82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9581-CC27-4CA5-819E-FE9D1B5DC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317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130AF-F161-7C79-0B0F-C1060D310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118D8-DB75-2402-441A-068DE33F3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7F519-F4BD-930D-35A8-838831384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DD34A-0F31-49F6-BA80-FF2BEE869027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A082C-DB36-14BE-83DA-0C4C0DCFA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AE35B-5586-7AD4-7A86-E42330B8D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9581-CC27-4CA5-819E-FE9D1B5DC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751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E902-A2BB-E189-5C5E-C1EB0C343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8524A-AFC2-44CC-EF33-0B30DCDB2E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B7662-3DC2-16D4-5D35-20E4BF649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CF375-C849-FFBB-2F9D-8A136FE1B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DD34A-0F31-49F6-BA80-FF2BEE869027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00AA5C-CFE5-24E3-B43C-8A1518C90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3DECD-76C1-BAC7-1F7E-C0150F20C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9581-CC27-4CA5-819E-FE9D1B5DC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21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D17E5-3564-FB68-7643-5CE6531D0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A7029-9DAC-724C-EEB9-A4270BFA6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014AA-2A2B-A6B4-718D-0F486C0B6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EBFE73-A351-D772-7625-73892B3C7E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FA843E-DC1C-CCB0-6F7E-A7D86D0FB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CAB02-5408-CDD7-BC8E-6024E078F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DD34A-0F31-49F6-BA80-FF2BEE869027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BD57A8-4FCC-1B85-470D-9CCB759EB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5334B0-F59B-238A-7CA9-48BB07A3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9581-CC27-4CA5-819E-FE9D1B5DC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52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BB264-20C9-1E46-6516-B81E94939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0D9B17-7F29-208E-44CA-0815FEC1B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DD34A-0F31-49F6-BA80-FF2BEE869027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1C503E-BBE1-56E8-1E89-0F3795716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B2FB1E-805E-97D0-01AF-5967E9C6F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9581-CC27-4CA5-819E-FE9D1B5DC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132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8AEA15-B6E0-E21E-FF94-C7B1897DC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DD34A-0F31-49F6-BA80-FF2BEE869027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3984FC-50B7-577E-0016-1512EA3F8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BBC82-5BC1-12FB-A170-F67FC2882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9581-CC27-4CA5-819E-FE9D1B5DC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555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112C9-016F-13E1-9A93-705B1A4D2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1775A-720D-6E74-167A-CF0AD14AF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069B4B-1E7C-FA02-CA53-4508C1513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DD5E19-6D11-028D-D48E-521481AE5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DD34A-0F31-49F6-BA80-FF2BEE869027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BCF72-EDF8-45AA-A9B5-17AEEC052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361D6D-341B-AF7C-9D45-F0CDBC10D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9581-CC27-4CA5-819E-FE9D1B5DC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930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0AAD1-5EBF-A106-AAEA-D5D2B80C3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170060-DEDA-4F8F-1F12-AF5C66E632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7505F0-015B-855A-2C58-823B71FB8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E6F40-E0AE-97FF-D018-36EC8A594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DD34A-0F31-49F6-BA80-FF2BEE869027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8932BE-5F03-BDCC-58C6-74BB5C19B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D0288F-3A1B-45E8-AFE2-922D1B0DE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9581-CC27-4CA5-819E-FE9D1B5DC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487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A6606-26A4-77EE-D112-FF9B5C094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D0B9E3-2C9A-AF1A-33CF-73EAFA4FD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A345C-D0C6-FA94-B9FE-193DAB21B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DD34A-0F31-49F6-BA80-FF2BEE869027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7463F-9FB6-05FB-FBF6-6DE428A29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616FB-C385-472E-8D4F-DBEFA921A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9581-CC27-4CA5-819E-FE9D1B5DC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124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A34D8D-FAF6-3FE7-FC7F-AA5CD96390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C103FF-767A-A046-E330-B4A5CD362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F694F-56FE-663F-14F6-17DDDD536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DD34A-0F31-49F6-BA80-FF2BEE869027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21819-C891-1036-526B-85693F443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4C93D-A4FA-4707-B43F-3F3742FA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9581-CC27-4CA5-819E-FE9D1B5DC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061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B004CB-7F6E-B6E0-A8F9-7EE88BA97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0F766-D2F1-A418-6A51-1889E0732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35B56-CA8F-B979-6AD9-9B837323A3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DD34A-0F31-49F6-BA80-FF2BEE869027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DF2C1-E9F8-7D01-C96F-FB40CBF545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753E5-07DE-16A4-DBD0-6F12031CA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2F9581-CC27-4CA5-819E-FE9D1B5DC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886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EAF41-8788-3EA0-3DEA-1631E7DB15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Custom Rag 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1A56BA-CFAB-1462-E02A-5EF777AAB5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534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0D3E4-C258-A4F7-A173-70E17BF46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Custom RAG Chatbot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90014-669E-7F16-85BC-90766085E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i="1" dirty="0"/>
              <a:t>Retrieval-Augmented Generation for Domain-Specific AI Applications</a:t>
            </a:r>
            <a:endParaRPr lang="en-US" dirty="0"/>
          </a:p>
          <a:p>
            <a:pPr lvl="0"/>
            <a:r>
              <a:rPr lang="en-US" dirty="0"/>
              <a:t>AI-powered knowledge assistant</a:t>
            </a:r>
          </a:p>
          <a:p>
            <a:pPr lvl="0"/>
            <a:r>
              <a:rPr lang="en-US" dirty="0"/>
              <a:t>Built with </a:t>
            </a:r>
            <a:r>
              <a:rPr lang="en-US" dirty="0" err="1"/>
              <a:t>Streamlit</a:t>
            </a:r>
            <a:endParaRPr lang="en-US" dirty="0"/>
          </a:p>
          <a:p>
            <a:pPr lvl="0"/>
            <a:r>
              <a:rPr lang="en-US" dirty="0"/>
              <a:t>Powered by Large Language Models</a:t>
            </a:r>
          </a:p>
          <a:p>
            <a:pPr lvl="0"/>
            <a:r>
              <a:rPr lang="en-US" dirty="0"/>
              <a:t>Focused on accurate, controlled responses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568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79C81-FF62-6EAC-03D8-803036D9B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is RAG?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2D2B7-CFA4-59FC-00EE-9FF2B57D3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lvl="0"/>
            <a:r>
              <a:rPr lang="en-US" dirty="0"/>
              <a:t>RAG stands for Retrieval-Augmented Generation</a:t>
            </a:r>
          </a:p>
          <a:p>
            <a:pPr lvl="0"/>
            <a:r>
              <a:rPr lang="en-US" dirty="0"/>
              <a:t>Combines information retrieval with generative AI</a:t>
            </a:r>
          </a:p>
          <a:p>
            <a:pPr lvl="0"/>
            <a:r>
              <a:rPr lang="en-US" dirty="0"/>
              <a:t>Retrieves relevant information from a knowledge base</a:t>
            </a:r>
          </a:p>
          <a:p>
            <a:pPr lvl="0"/>
            <a:r>
              <a:rPr lang="en-US" dirty="0"/>
              <a:t>Provides that information to the language model</a:t>
            </a:r>
          </a:p>
          <a:p>
            <a:pPr lvl="0"/>
            <a:r>
              <a:rPr lang="en-US" dirty="0"/>
              <a:t>Generates an answer based on retrieved context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348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1B55-C5DA-33F5-AD6C-F558E9422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Why Do We Need RAG?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D048D-505A-D3C7-EE83-1AFDB7875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Traditional LLMs may:</a:t>
            </a:r>
          </a:p>
          <a:p>
            <a:pPr lvl="0"/>
            <a:r>
              <a:rPr lang="en-US" dirty="0"/>
              <a:t>Generate incorrect information</a:t>
            </a:r>
          </a:p>
          <a:p>
            <a:pPr lvl="0"/>
            <a:r>
              <a:rPr lang="en-US" dirty="0"/>
              <a:t>Hallucinate answers</a:t>
            </a:r>
          </a:p>
          <a:p>
            <a:pPr lvl="0"/>
            <a:r>
              <a:rPr lang="en-US" dirty="0"/>
              <a:t>Lack access to private organizational data</a:t>
            </a:r>
          </a:p>
          <a:p>
            <a:pPr lvl="0"/>
            <a:r>
              <a:rPr lang="en-US" dirty="0"/>
              <a:t>Provide outdated information</a:t>
            </a:r>
          </a:p>
          <a:p>
            <a:pPr lvl="0"/>
            <a:r>
              <a:rPr lang="en-US" dirty="0"/>
              <a:t>Answer questions outside the intended domain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628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D6E78-5B32-8B84-49E4-C9802781B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276DB-ACFE-685B-A1D6-1205040FF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Why Do We Need RAG?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FF9C1-4359-14FC-328C-46A94E1CA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Traditional LLMs may:</a:t>
            </a:r>
          </a:p>
          <a:p>
            <a:pPr lvl="0"/>
            <a:r>
              <a:rPr lang="en-US" dirty="0"/>
              <a:t>Generate incorrect information</a:t>
            </a:r>
          </a:p>
          <a:p>
            <a:pPr lvl="0"/>
            <a:r>
              <a:rPr lang="en-US" dirty="0"/>
              <a:t>Hallucinate answers</a:t>
            </a:r>
          </a:p>
          <a:p>
            <a:pPr lvl="0"/>
            <a:r>
              <a:rPr lang="en-US" dirty="0"/>
              <a:t>Lack access to private organizational data</a:t>
            </a:r>
          </a:p>
          <a:p>
            <a:pPr lvl="0"/>
            <a:r>
              <a:rPr lang="en-US" dirty="0"/>
              <a:t>Provide outdated information</a:t>
            </a:r>
          </a:p>
          <a:p>
            <a:pPr lvl="0"/>
            <a:r>
              <a:rPr lang="en-US" dirty="0"/>
              <a:t>Answer questions outside the intended domain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548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62F3A-405A-4BD3-8315-C23BAA8B0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Supported Knowledge Sources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8F8BE-73AE-5231-D525-6E6F78B31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lvl="0"/>
            <a:r>
              <a:rPr lang="en-US" dirty="0"/>
              <a:t>PDF documents</a:t>
            </a:r>
          </a:p>
          <a:p>
            <a:pPr lvl="0"/>
            <a:r>
              <a:rPr lang="en-US" dirty="0"/>
              <a:t>DOCX files</a:t>
            </a:r>
          </a:p>
          <a:p>
            <a:pPr lvl="0"/>
            <a:r>
              <a:rPr lang="en-US" dirty="0"/>
              <a:t>XLSX spreadsheets</a:t>
            </a:r>
          </a:p>
          <a:p>
            <a:pPr lvl="0"/>
            <a:r>
              <a:rPr lang="en-US" dirty="0"/>
              <a:t>PPTX presentations</a:t>
            </a:r>
          </a:p>
          <a:p>
            <a:pPr lvl="0"/>
            <a:r>
              <a:rPr lang="en-US" dirty="0"/>
              <a:t>Text documents</a:t>
            </a:r>
          </a:p>
          <a:p>
            <a:pPr lvl="0"/>
            <a:r>
              <a:rPr lang="en-US" dirty="0"/>
              <a:t>Images and scanned documents</a:t>
            </a:r>
          </a:p>
          <a:p>
            <a:pPr lvl="0"/>
            <a:r>
              <a:rPr lang="en-US" dirty="0"/>
              <a:t>Internal company knowledge</a:t>
            </a:r>
          </a:p>
        </p:txBody>
      </p:sp>
    </p:spTree>
    <p:extLst>
      <p:ext uri="{BB962C8B-B14F-4D97-AF65-F5344CB8AC3E}">
        <p14:creationId xmlns:p14="http://schemas.microsoft.com/office/powerpoint/2010/main" val="2708804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12C44-0BEE-98C1-A224-E81D281F4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Technology Stack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1313F-8186-8684-FF91-E5B477125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lvl="0"/>
            <a:r>
              <a:rPr lang="en-US" b="1" dirty="0"/>
              <a:t>Python</a:t>
            </a:r>
            <a:r>
              <a:rPr lang="en-US" dirty="0"/>
              <a:t> — Application development</a:t>
            </a:r>
          </a:p>
          <a:p>
            <a:pPr lvl="0"/>
            <a:r>
              <a:rPr lang="en-US" b="1" dirty="0" err="1"/>
              <a:t>Streamlit</a:t>
            </a:r>
            <a:r>
              <a:rPr lang="en-US" dirty="0"/>
              <a:t> — Web interface</a:t>
            </a:r>
          </a:p>
          <a:p>
            <a:pPr lvl="0"/>
            <a:r>
              <a:rPr lang="en-US" b="1" dirty="0"/>
              <a:t>OpenAI API</a:t>
            </a:r>
            <a:r>
              <a:rPr lang="en-US" dirty="0"/>
              <a:t> — LLM and embeddings</a:t>
            </a:r>
          </a:p>
          <a:p>
            <a:pPr lvl="0"/>
            <a:r>
              <a:rPr lang="en-US" b="1" dirty="0"/>
              <a:t>Vector Database</a:t>
            </a:r>
            <a:r>
              <a:rPr lang="en-US" dirty="0"/>
              <a:t> — Knowledge retrieval</a:t>
            </a:r>
          </a:p>
          <a:p>
            <a:pPr lvl="0"/>
            <a:r>
              <a:rPr lang="en-US" b="1" dirty="0" err="1"/>
              <a:t>PyPDF</a:t>
            </a:r>
            <a:r>
              <a:rPr lang="en-US" b="1" dirty="0"/>
              <a:t> / python-docx</a:t>
            </a:r>
            <a:r>
              <a:rPr lang="en-US" dirty="0"/>
              <a:t> — Document processing</a:t>
            </a:r>
          </a:p>
          <a:p>
            <a:pPr lvl="0"/>
            <a:r>
              <a:rPr lang="en-US" b="1" dirty="0" err="1"/>
              <a:t>OpenPyXL</a:t>
            </a:r>
            <a:r>
              <a:rPr lang="en-US" dirty="0"/>
              <a:t> — Excel processing</a:t>
            </a:r>
          </a:p>
          <a:p>
            <a:pPr lvl="0"/>
            <a:r>
              <a:rPr lang="en-US" b="1" dirty="0"/>
              <a:t>python-pptx</a:t>
            </a:r>
            <a:r>
              <a:rPr lang="en-US" dirty="0"/>
              <a:t> — PowerPoint processing</a:t>
            </a:r>
          </a:p>
          <a:p>
            <a:pPr lvl="0"/>
            <a:r>
              <a:rPr lang="en-US" b="1" dirty="0"/>
              <a:t>OCR / Vision</a:t>
            </a:r>
            <a:r>
              <a:rPr lang="en-US" dirty="0"/>
              <a:t> — Image and scanned-document understanding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484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EE7BE-3D7A-CA02-02F6-8879BB9AB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11" y="173739"/>
            <a:ext cx="10515600" cy="815089"/>
          </a:xfrm>
        </p:spPr>
        <p:txBody>
          <a:bodyPr>
            <a:normAutofit/>
          </a:bodyPr>
          <a:lstStyle/>
          <a:p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C8A3F-C212-8154-3AC9-8CE32FED9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95" y="914400"/>
            <a:ext cx="10515600" cy="576986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Custom RAG enables organizations to build AI assistants that:</a:t>
            </a:r>
          </a:p>
          <a:p>
            <a:pPr lvl="0"/>
            <a:r>
              <a:rPr lang="en-US" dirty="0"/>
              <a:t>Use private and trusted knowledge</a:t>
            </a:r>
          </a:p>
          <a:p>
            <a:pPr lvl="0"/>
            <a:r>
              <a:rPr lang="en-US" dirty="0"/>
              <a:t>Provide context-aware responses</a:t>
            </a:r>
          </a:p>
          <a:p>
            <a:pPr lvl="0"/>
            <a:r>
              <a:rPr lang="en-US" dirty="0"/>
              <a:t>Reduce hallucinations</a:t>
            </a:r>
          </a:p>
          <a:p>
            <a:pPr lvl="0"/>
            <a:r>
              <a:rPr lang="en-US" dirty="0"/>
              <a:t>Support multiple document formats</a:t>
            </a:r>
          </a:p>
          <a:p>
            <a:pPr lvl="0"/>
            <a:r>
              <a:rPr lang="en-US" dirty="0"/>
              <a:t>Restrict responses to specific domains</a:t>
            </a:r>
          </a:p>
          <a:p>
            <a:r>
              <a:rPr lang="en-US" b="1" dirty="0"/>
              <a:t>Future Enhancements</a:t>
            </a:r>
            <a:endParaRPr lang="en-US" dirty="0"/>
          </a:p>
          <a:p>
            <a:pPr lvl="0"/>
            <a:r>
              <a:rPr lang="en-US" dirty="0"/>
              <a:t>Multilingual RAG</a:t>
            </a:r>
          </a:p>
          <a:p>
            <a:pPr lvl="0"/>
            <a:r>
              <a:rPr lang="en-US" dirty="0"/>
              <a:t>Advanced vision RAG</a:t>
            </a:r>
          </a:p>
          <a:p>
            <a:pPr lvl="0"/>
            <a:r>
              <a:rPr lang="en-US" dirty="0"/>
              <a:t>Voice-based chatbot</a:t>
            </a:r>
          </a:p>
          <a:p>
            <a:pPr lvl="0"/>
            <a:r>
              <a:rPr lang="en-US" dirty="0"/>
              <a:t>Agentic RAG</a:t>
            </a:r>
          </a:p>
          <a:p>
            <a:pPr lvl="0"/>
            <a:r>
              <a:rPr lang="en-US" dirty="0"/>
              <a:t>Real-time databases</a:t>
            </a:r>
          </a:p>
          <a:p>
            <a:pPr lvl="0"/>
            <a:r>
              <a:rPr lang="en-US" dirty="0"/>
              <a:t>Authentication and user management</a:t>
            </a:r>
          </a:p>
          <a:p>
            <a:pPr lvl="0"/>
            <a:r>
              <a:rPr lang="en-US" dirty="0"/>
              <a:t>Analytics dashboard</a:t>
            </a:r>
          </a:p>
          <a:p>
            <a:pPr lvl="0"/>
            <a:r>
              <a:rPr lang="en-US" dirty="0"/>
              <a:t>Cloud deployment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738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240</Words>
  <Application>Microsoft Office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Custom Rag App</vt:lpstr>
      <vt:lpstr>Custom RAG Chatbot</vt:lpstr>
      <vt:lpstr>What is RAG?</vt:lpstr>
      <vt:lpstr>Why Do We Need RAG?</vt:lpstr>
      <vt:lpstr>Why Do We Need RAG?</vt:lpstr>
      <vt:lpstr>Supported Knowledge Sources </vt:lpstr>
      <vt:lpstr>Technology Stack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abc</dc:creator>
  <cp:lastModifiedBy>abc</cp:lastModifiedBy>
  <cp:revision>1</cp:revision>
  <dcterms:created xsi:type="dcterms:W3CDTF">2026-09-04T23:26:16Z</dcterms:created>
  <dcterms:modified xsi:type="dcterms:W3CDTF">2026-09-04T23:28:55Z</dcterms:modified>
</cp:coreProperties>
</file>